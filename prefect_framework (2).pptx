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1280160" cy="29260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Bottleneck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2070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old way failing due to Memory, Compute, or Syntax?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74320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7432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019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2103120" cy="274320"/>
          </a:xfrm>
          <a:prstGeom prst="rect">
            <a:avLst/>
          </a:prstGeom>
          <a:solidFill>
            <a:srgbClr val="64748B">
              <a:alpha val="1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Not the issue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itself is lightweight. Scripts don't crash due to RAM. Memory is not the bottleneck 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1737360"/>
            <a:ext cx="274320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37360"/>
            <a:ext cx="27432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6512" y="19019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73552" y="2505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02152" y="2944368"/>
            <a:ext cx="2103120" cy="274320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Partial issue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73552" y="331012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Phase 1 fetch on every restart wastes compute. Caching eliminates this wasted re-execution.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737360"/>
            <a:ext cx="2743200" cy="315468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737360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19019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81344" y="2505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9944" y="2944368"/>
            <a:ext cx="210312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9944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The real bottleneck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81344" y="331012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@task. No @flow. No retry= param. Devs hand-roll error handling — or skip it entirely. Pipelines die here.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Verdict: Syntax complexity is the bottleneck — no retry, no observability, no caching out of the box.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914400" cy="292608"/>
          </a:xfrm>
          <a:prstGeom prst="rect">
            <a:avLst/>
          </a:prstGeom>
          <a:solidFill>
            <a:srgbClr val="00D4A8">
              <a:alpha val="20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WHAT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Shift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Decorator-based orchestration — wrap Python functions, get production-grade pipelines.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2062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64208"/>
            <a:ext cx="73152" cy="14630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2011680"/>
            <a:ext cx="768096" cy="768096"/>
          </a:xfrm>
          <a:prstGeom prst="ellipse">
            <a:avLst/>
          </a:prstGeom>
          <a:solidFill>
            <a:srgbClr val="00D4A8">
              <a:alpha val="18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5331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  retries=N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22311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gets automatic retry logic. No try/except boilerplate. One parameter.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91840"/>
            <a:ext cx="42062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91840"/>
            <a:ext cx="73152" cy="1463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3639312"/>
            <a:ext cx="768096" cy="768096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39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53312" y="3456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task_input_hash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858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cached by input hash. Phase 1 runs once. All retries load from cache in 0ms.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664208"/>
            <a:ext cx="42062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664208"/>
            <a:ext cx="73152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73752" y="2011680"/>
            <a:ext cx="768096" cy="768096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0116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8815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  orchestration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88152" y="223113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dependency graph inferred from return values. No DAG config file. No XCom.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291840"/>
            <a:ext cx="420624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291840"/>
            <a:ext cx="73152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3639312"/>
            <a:ext cx="768096" cy="768096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6393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788152" y="3456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Prefect Cloud UI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88152" y="3858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logged. Every retry visible. Failure alerts sent. Zero extra code needed.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001A12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Python functions you already have — @task and @flow are the only additions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914400" cy="29260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 New — steal these patterns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069080" cy="3401568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4069080" cy="32004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984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etl.py — Cron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691640"/>
            <a:ext cx="38404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fetch_data():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requests.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💥 no retry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transform(data):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💥 no cache
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logs · no alerts · no visibility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fetch_data()    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crashes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transform(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never runs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Exception: 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silence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2834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069080" cy="3401568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298448"/>
            <a:ext cx="4069080" cy="320040"/>
          </a:xfrm>
          <a:prstGeom prst="rect">
            <a:avLst/>
          </a:prstGeom>
          <a:solidFill>
            <a:srgbClr val="00D4A8">
              <a:alpha val="12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9844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etl_prefect.py — Prefect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691640"/>
            <a:ext cx="38404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steal this
</a:t>
            </a:r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(retries=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retry_delay_seconds=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cache_key_fn=task_input_hash)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fetch_data():
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requests.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(url).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steal this
</a:t>
            </a:r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(retries=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log_prints=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transform(data): ...
</a:t>
            </a:r>
            <a:pPr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steal this
</a:t>
            </a:r>
            <a:pPr indent="0" marL="0">
              <a:buNone/>
            </a:pPr>
            <a:r>
              <a:rPr lang="en-US" sz="11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pPr indent="0" marL="0"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"ETL Pipeline"</a:t>
            </a:r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etl_pipeline():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001A1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 cached · Phase 2 retries through ConnectionError · Phase 3 completes · Zero manual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1005840" cy="292608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AI SHIFT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Prefect unblocks the AI lifecycle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at the pipeline layer is a prerequisite for quality at the model layer.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73152" cy="987552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37360"/>
            <a:ext cx="768096" cy="768096"/>
          </a:xfrm>
          <a:prstGeom prst="ellipse">
            <a:avLst/>
          </a:prstGeom>
          <a:solidFill>
            <a:srgbClr val="00D4A8">
              <a:alpha val="18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373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700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Embeddings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2048256"/>
            <a:ext cx="438912" cy="16459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4825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74520" y="2029968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job crashes at chunk 847 of 2000. Silent. Vector store is half-populated. Models trained on corrupt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9472" y="1792224"/>
            <a:ext cx="0" cy="658368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2048256"/>
            <a:ext cx="347472" cy="164592"/>
          </a:xfrm>
          <a:prstGeom prst="rect">
            <a:avLst/>
          </a:prstGeom>
          <a:solidFill>
            <a:srgbClr val="00D4A8">
              <a:alpha val="15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8"/>
                </a:solidFill>
              </a:rPr>
              <a:t>after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40680" y="202996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retries the failed chunk only — not the full job. Cache preserves completed chunks. Vector store always complete.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24912"/>
            <a:ext cx="859536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24912"/>
            <a:ext cx="73152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34640"/>
            <a:ext cx="768096" cy="768096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346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27980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Feature Stores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371600" y="3145536"/>
            <a:ext cx="438912" cy="16459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1455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74520" y="3127248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crashes at 3am. Stale features sit in production. Model predictions degrade silently until someone notices.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2889504"/>
            <a:ext cx="0" cy="658368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145536"/>
            <a:ext cx="347472" cy="164592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1455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after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40680" y="31272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retries the failed feature task. Alert fires immediately. Only the stale feature re-runs — not the full pipeline.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822192"/>
            <a:ext cx="8595360" cy="98755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22192"/>
            <a:ext cx="73152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1920"/>
            <a:ext cx="768096" cy="768096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1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371600" y="3895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 Training Data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371600" y="4242816"/>
            <a:ext cx="438912" cy="164592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0" y="4242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before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74520" y="4224528"/>
            <a:ext cx="2907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removal pipeline crashes mid-run. Raw data leaks into the training set. Compliance incident. Nobody was alerted.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19472" y="3986784"/>
            <a:ext cx="0" cy="658368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4242816"/>
            <a:ext cx="347472" cy="16459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4242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</a:rPr>
              <a:t>after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40680" y="42245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enforces every anonymization task completes before downstream tasks run. Failure blocks the pipeline entirely.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0A1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Reliable pipelines are the foundation of reliable AI — Prefect is the reliability layer.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28600"/>
            <a:ext cx="1188720" cy="292608"/>
          </a:xfrm>
          <a:prstGeom prst="rect">
            <a:avLst/>
          </a:prstGeom>
          <a:solidFill>
            <a:srgbClr val="00D4A8">
              <a:alpha val="20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28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BOTTOM 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"Cron knows your script ran.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knows if it worked."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" y="2487168"/>
            <a:ext cx="1600200" cy="2395728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78608"/>
            <a:ext cx="685800" cy="68580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complexity — no retry, no cache, no logs by default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2487168"/>
            <a:ext cx="1600200" cy="2395728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A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2578608"/>
            <a:ext cx="685800" cy="685800"/>
          </a:xfrm>
          <a:prstGeom prst="ellipse">
            <a:avLst/>
          </a:prstGeom>
          <a:solidFill>
            <a:srgbClr val="00D4A8">
              <a:alpha val="18000"/>
            </a:srgbClr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84832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@task and @flow decorators — the only additions required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2487168"/>
            <a:ext cx="1600200" cy="2395728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2578608"/>
            <a:ext cx="685800" cy="68580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22192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caches · Phase 2 retries through error · Phase 3 completes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2487168"/>
            <a:ext cx="1600200" cy="2395728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2578608"/>
            <a:ext cx="685800" cy="685800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59552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Feature Stores, and PII pipelines all depend on reliability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23760" y="2487168"/>
            <a:ext cx="1600200" cy="2395728"/>
          </a:xfrm>
          <a:prstGeom prst="rect">
            <a:avLst/>
          </a:prstGeom>
          <a:solidFill>
            <a:srgbClr val="111827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80960" y="2578608"/>
            <a:ext cx="685800" cy="685800"/>
          </a:xfrm>
          <a:prstGeom prst="ellipse">
            <a:avLst/>
          </a:prstGeom>
          <a:solidFill>
            <a:srgbClr val="F1F5F9">
              <a:alpha val="18000"/>
            </a:srgbClr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578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96912" y="3355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mantra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96912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is a timer. Prefect is an orchestrator. Different jobs entirely.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Deulgaokar  ·  Ashish Wagle  ·  Lavannya Patil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Prefect — Demo Framework</dc:title>
  <dc:subject>PptxGenJS Presentation</dc:subject>
  <dc:creator>Shruti Deulgaokar · Ashish Wagle · Lavannya Patil</dc:creator>
  <cp:lastModifiedBy>Shruti Deulgaokar · Ashish Wagle · Lavannya Patil</cp:lastModifiedBy>
  <cp:revision>1</cp:revision>
  <dcterms:created xsi:type="dcterms:W3CDTF">2026-04-02T01:42:43Z</dcterms:created>
  <dcterms:modified xsi:type="dcterms:W3CDTF">2026-04-02T01:42:43Z</dcterms:modified>
</cp:coreProperties>
</file>